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IN" sz="4800" b="1" dirty="0"/>
              <a:t>2D Game Asset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Vansh Jindal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2211981450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Gaurav Vara ,CEO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ZenVara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Infotech LLP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summarizes the work completed during an internship as a 2D Game Artist 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Zenvara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Infotech LLP. The primary objective was to gain practical experience by designing visually appealing and functional game assets for mobile and casual games.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Spinner Game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 Animal Merge Game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IT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AFC3-172A-189F-96DE-07D94F24C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4613453-2E73-B798-CF89-7DE836A830B0}"/>
              </a:ext>
            </a:extLst>
          </p:cNvPr>
          <p:cNvSpPr txBox="1"/>
          <p:nvPr/>
        </p:nvSpPr>
        <p:spPr>
          <a:xfrm>
            <a:off x="457200" y="432618"/>
            <a:ext cx="6019560" cy="405101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IN" sz="3200" b="1" dirty="0"/>
              <a:t>Technologies &amp; Tools</a:t>
            </a:r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7D53E22-D774-AC94-20AA-0D970C57233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593C64F-374E-FA30-E212-CEE9BB7617D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utilized industry-standard tools to create high-quality raster and vector assets, ensuring feasibility and creative freedom.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              </a:t>
            </a:r>
            <a:r>
              <a:rPr lang="en-IN" sz="2000" b="1" dirty="0"/>
              <a:t>Adobe Photoshop                                Adobe Illustrator</a:t>
            </a:r>
          </a:p>
          <a:p>
            <a:r>
              <a:rPr lang="en-US" sz="1400" dirty="0"/>
              <a:t>       </a:t>
            </a:r>
          </a:p>
          <a:p>
            <a:r>
              <a:rPr lang="en-US" sz="1400" dirty="0"/>
              <a:t>  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creating raster graphics, detailed                                       Used for creating vector-based assets,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textures, and visual effects for game elements.                         scalable UI designs, and characters with clean lines.</a:t>
            </a:r>
          </a:p>
          <a:p>
            <a:endParaRPr lang="en-US" sz="1400" dirty="0"/>
          </a:p>
          <a:p>
            <a:endParaRPr lang="en-IN" sz="2000" b="1" dirty="0"/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27197-4C04-D7A2-2701-E295A6582F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90916"/>
            <a:ext cx="3651631" cy="2233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E1120F-B003-280B-F864-F3DC23D09B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091" y="2290917"/>
            <a:ext cx="3651631" cy="224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6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EECD-6DFD-ED71-6F2D-7C49D71C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CEED99B-E57E-8F86-B725-001FD8FE21EA}"/>
              </a:ext>
            </a:extLst>
          </p:cNvPr>
          <p:cNvSpPr txBox="1"/>
          <p:nvPr/>
        </p:nvSpPr>
        <p:spPr>
          <a:xfrm>
            <a:off x="457200" y="393290"/>
            <a:ext cx="6019560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IN" sz="3200" b="1" dirty="0"/>
              <a:t>Project Requirement Analysis</a:t>
            </a:r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A3DFB70-D1FD-182E-A1A9-93E7BDEB096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FCB21FC-1DAA-9AC9-6B98-A3402E32007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1: Bubble Spinner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colorful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bubbles and spinning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smooth and visually attractive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consistency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shapes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 Sea Animal Merge Game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cute sea animals (fish, turtles,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visuals for merge progression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playful and engaging underwater theme</a:t>
            </a:r>
          </a:p>
        </p:txBody>
      </p:sp>
    </p:spTree>
    <p:extLst>
      <p:ext uri="{BB962C8B-B14F-4D97-AF65-F5344CB8AC3E}">
        <p14:creationId xmlns:p14="http://schemas.microsoft.com/office/powerpoint/2010/main" val="133094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C1C45-5F5D-E99E-685F-803DDCF6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8FDFF7D-0060-D649-2F42-7489CF02E1FC}"/>
              </a:ext>
            </a:extLst>
          </p:cNvPr>
          <p:cNvSpPr txBox="1"/>
          <p:nvPr/>
        </p:nvSpPr>
        <p:spPr>
          <a:xfrm>
            <a:off x="457200" y="393290"/>
            <a:ext cx="6019560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IN" sz="3200" b="1" dirty="0"/>
              <a:t>Asset Creation Workflow</a:t>
            </a:r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629897B-9132-86AB-8166-A43AF6ED5AB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6D0AA77-08DF-B052-A93C-64164E08ADA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process followed a structured workflow, from initial concept to final asset delivery for game implementation.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Game Requirement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Initial Design / Concept Sketch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in Illustrator/Photoshop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&amp; Improve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Asset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&amp; Deliver for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6264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628A-046D-3119-A1B0-19D555D9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6B52D57-6AC4-F085-DA22-4755962A3771}"/>
              </a:ext>
            </a:extLst>
          </p:cNvPr>
          <p:cNvSpPr txBox="1"/>
          <p:nvPr/>
        </p:nvSpPr>
        <p:spPr>
          <a:xfrm>
            <a:off x="2059858" y="238994"/>
            <a:ext cx="6019560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/>
              <a:t>Key Takeaways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59D41DD-6870-9BFC-4A84-4C5D73DCDEB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1AE0CCB-F33E-6ADB-7F2C-1B88CF374ABC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Creativity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creative thinking and design skills through practical application.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Workflow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standard industry workflow for game asset creation and collaboration.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Proficiency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Adobe Photoshop &amp; Illustrator in a professional context.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better understanding of color theory, composition, and art style consistency.</a:t>
            </a:r>
          </a:p>
        </p:txBody>
      </p:sp>
    </p:spTree>
    <p:extLst>
      <p:ext uri="{BB962C8B-B14F-4D97-AF65-F5344CB8AC3E}">
        <p14:creationId xmlns:p14="http://schemas.microsoft.com/office/powerpoint/2010/main" val="86804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F331-6475-955C-201E-4A2E4E15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3630A1C-39BA-3EBE-9240-B0A930E5EA0F}"/>
              </a:ext>
            </a:extLst>
          </p:cNvPr>
          <p:cNvSpPr txBox="1"/>
          <p:nvPr/>
        </p:nvSpPr>
        <p:spPr>
          <a:xfrm>
            <a:off x="164008" y="238994"/>
            <a:ext cx="7915410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/>
              <a:t>Project Output: Bubble Spinner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B21B335-91F3-AED7-33FF-A6475762A4F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FD1B2E5-55B4-C865-3D82-FD5FBFB02F83}"/>
              </a:ext>
            </a:extLst>
          </p:cNvPr>
          <p:cNvSpPr txBox="1"/>
          <p:nvPr/>
        </p:nvSpPr>
        <p:spPr>
          <a:xfrm>
            <a:off x="164008" y="1109742"/>
            <a:ext cx="4801282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created for Bubble Spinner focused on a vibrant and energetic feel. This included the main gameplay screen, UI elements, 'How to Play' instructions, and the 'Game Over' screen, all designed for a satisfying player experience.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D575C-E7B9-E227-F0A6-8DAAE40668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0" y="909687"/>
            <a:ext cx="2573689" cy="4575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FA296-9805-F842-6D90-F8E6CB349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979" y="909687"/>
            <a:ext cx="1605021" cy="1560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947FC1-2E45-9D27-0B0A-D64EAD1AAA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979" y="2470266"/>
            <a:ext cx="1605021" cy="301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5157-72D0-3538-3318-BDB665E9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DBF560C-D167-9C7A-1C55-1E1842D10E16}"/>
              </a:ext>
            </a:extLst>
          </p:cNvPr>
          <p:cNvSpPr txBox="1"/>
          <p:nvPr/>
        </p:nvSpPr>
        <p:spPr>
          <a:xfrm>
            <a:off x="164007" y="238994"/>
            <a:ext cx="8104921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 b="1" dirty="0"/>
              <a:t>        Sea Animal Merge Game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87F9C7B-DDE3-6D48-FF5B-CE1C1F23CF1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DFAA41D-7C0C-617C-0416-C2151BC0E341}"/>
              </a:ext>
            </a:extLst>
          </p:cNvPr>
          <p:cNvSpPr txBox="1"/>
          <p:nvPr/>
        </p:nvSpPr>
        <p:spPr>
          <a:xfrm>
            <a:off x="164008" y="1109742"/>
            <a:ext cx="4801282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design for Sea Animal Merge involved creating cute and appealing sea creatures. The art style maintained a consistent and playful underwater theme to engage players, focusing on progression-based visuals as animals merge.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02E9F-4188-ED09-B32F-DBDBD1EA91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0" y="909687"/>
            <a:ext cx="2430258" cy="43204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C4443C-3B2C-1413-9B8F-3027F8DCC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548" y="909687"/>
            <a:ext cx="1748452" cy="432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13E1-A135-8D87-E546-5CDBD4DD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007A743-FF2C-9E5D-EEB1-7BE33BDA41A9}"/>
              </a:ext>
            </a:extLst>
          </p:cNvPr>
          <p:cNvSpPr txBox="1"/>
          <p:nvPr/>
        </p:nvSpPr>
        <p:spPr>
          <a:xfrm>
            <a:off x="2059858" y="238994"/>
            <a:ext cx="6019560" cy="44443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/>
              <a:t>Acknowledgements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20844C4-6FF5-F61C-32E9-BAE695C54D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F78D94C-B3FC-C283-A253-D7951292AC9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Expressing sincere gratitude to the following for their invaluable support and guidance throughout the internship: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Parthasarathy P.K.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Game Design Department, for his guidance, support, and encouragement.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Zenvara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Infotech LLP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providing the opportunity to work as a 2D Artist and gain practical exposure.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providing the platform to enhance skills and knowledge through this internship program.</a:t>
            </a:r>
          </a:p>
        </p:txBody>
      </p:sp>
    </p:spTree>
    <p:extLst>
      <p:ext uri="{BB962C8B-B14F-4D97-AF65-F5344CB8AC3E}">
        <p14:creationId xmlns:p14="http://schemas.microsoft.com/office/powerpoint/2010/main" val="243227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34722</TotalTime>
  <Words>509</Words>
  <Application>Microsoft Office PowerPoint</Application>
  <PresentationFormat>On-screen Show (4:3)</PresentationFormat>
  <Paragraphs>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Vansh Jindal</cp:lastModifiedBy>
  <cp:revision>2300</cp:revision>
  <dcterms:created xsi:type="dcterms:W3CDTF">2010-04-09T07:36:15Z</dcterms:created>
  <dcterms:modified xsi:type="dcterms:W3CDTF">2026-04-28T08:33:58Z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